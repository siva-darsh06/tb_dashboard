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uperstore_2_1746203969527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750E46A-7800-48E4-B56B-E7DA36C430A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superstore_2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5CB7C55-6B3F-436E-B2FC-0FA6C266429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5/2/2025 4:41:04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234839E3-CB82-45FF-9440-5EC4439352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7487"/>
            <a:ext cx="12192000" cy="566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2025-05-02T16:41:05Z</dcterms:created>
  <dcterms:modified xsi:type="dcterms:W3CDTF">2025-05-02T16:41:05Z</dcterms:modified>
</cp:coreProperties>
</file>